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C879C-1DD3-8435-2E27-AD59A5E1B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5F9B57-BB88-2219-074C-A9005D471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A44C0E-4C63-C82A-8EC6-12B52B06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114D5A-C74A-BB91-E636-7A3EF075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AAEDA6-4105-055D-D29D-662E0F6E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504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B8501-07DF-3BBA-4968-05DA883E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CF317E-1190-FD9A-9598-73629DD0A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7F2631-38DE-9408-9A24-A3BAD904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32AE01-29EC-E964-D92F-F785AB44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ED5A9E-F2A2-EF57-4CC6-3F09B858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547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3B852-77BC-6AE5-D1C2-3232930C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5BE75C-0C68-C673-1DBE-F8CAF7644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612B0-D2A9-E6AD-59BE-373C025A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1E4498-1A7F-AFD0-812C-55AE7D43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99B7B2-33E0-C45E-1D00-CB860B11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898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CC0F4-F06F-4635-0A70-CBA0BD4D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D21342-DE24-235F-D5F6-FBD14DC3A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1AEAAD-97BA-8585-B06E-12F4D6EF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08FFBF-A941-2099-6766-DB04175C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BEEAFB-F0C6-7F2E-9E08-9E355F68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B10DE-4C6C-5EBE-2B26-508C98766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108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09AAE-C195-ADD4-D012-C6808DB2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458BCA-8CD7-98B6-32AC-881EAB723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03868B-517C-6C97-2D2B-6A46F5693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E2192F-E60A-57BC-52CD-8D21B1D9E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92696C-0774-A4F7-03F7-17C5F5043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0CD094-A42A-5C50-FC5E-8C0B520FD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5E7369B-DBCA-B125-C8F8-0828952F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2AA6CB-76EB-89C3-BBA2-819B7666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822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6067E-314D-386D-F4CF-1009CBAA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E7A384-6807-1EA8-9CC1-B931F00F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3CBDDF-7BE1-224D-AE33-C29F33F5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0008D4-7ED1-07D2-C573-9D9574BC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631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A0D043-C931-36EF-C3D9-421ED276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989B412-056A-E114-39AD-5CB498F8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1427E8-CC1D-2018-94B3-7BEE2C6E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965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A8E8C-DAF8-2EAC-A9C4-7D07639F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08BD30-EF21-75A8-1CDF-68A08FB6A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E3EECA-C12B-52EF-3746-9567B4E05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3AD1FA-6383-A006-AEA0-E6D7C940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474E5B-787F-0158-E0C5-75F337ED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B3E2E2-42D4-414A-B28B-008AA5B5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085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7994D-4ECE-E161-432A-534A01F8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E85B57-3637-28C5-207E-11DF4D09B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95CE24-0BDE-1E57-627C-608DA99F4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2858CF-4387-CD75-A203-354411E3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3C2E6A-5673-003D-4A5A-8D251129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5B7FAC-E80B-9FC7-172C-4322472C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395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ED7FF-D55C-14EA-C707-1FAE7559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0936E9-98D2-CDB1-6E12-C1D318496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A46CF6-1508-C06C-00B0-81BFBD6E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BC6FD9-2F10-53B1-5CEA-EEC8025E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FF591B-C17D-B38D-A825-FC89A297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347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2BA426-6B82-39A9-FD6B-91F6ABCE8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8A9532-7855-14CD-1588-4221FB0DC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2820D-7D79-55BB-0F0F-AE76B4A3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0914C-6A49-71F0-008C-581D7350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59E3F-03E2-F8A2-53E9-FC1987344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617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8AFA9E-EA42-618B-544F-68D35351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71B30-9038-1BD0-2015-1BE3D574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2200D8-721E-FBE3-1A3B-14AB5A53F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31508-14C4-4B0D-8820-C71F1A824B48}" type="datetimeFigureOut">
              <a:rPr lang="es-MX" smtClean="0"/>
              <a:t>10/12/2025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6636CF-B3D4-F055-FE41-34B126E9A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77815-4399-0345-AF1A-D6E5EBE8F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F0AD0-DEFF-4882-A1E2-CCDC3E054E4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607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39862D-6062-85BE-5BBE-F75ADDA34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13151"/>
              </p:ext>
            </p:extLst>
          </p:nvPr>
        </p:nvGraphicFramePr>
        <p:xfrm>
          <a:off x="598577" y="228600"/>
          <a:ext cx="10918646" cy="49530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6860">
                  <a:extLst>
                    <a:ext uri="{9D8B030D-6E8A-4147-A177-3AD203B41FA5}">
                      <a16:colId xmlns:a16="http://schemas.microsoft.com/office/drawing/2014/main" val="2224367970"/>
                    </a:ext>
                  </a:extLst>
                </a:gridCol>
                <a:gridCol w="2409639">
                  <a:extLst>
                    <a:ext uri="{9D8B030D-6E8A-4147-A177-3AD203B41FA5}">
                      <a16:colId xmlns:a16="http://schemas.microsoft.com/office/drawing/2014/main" val="566349608"/>
                    </a:ext>
                  </a:extLst>
                </a:gridCol>
                <a:gridCol w="3792860">
                  <a:extLst>
                    <a:ext uri="{9D8B030D-6E8A-4147-A177-3AD203B41FA5}">
                      <a16:colId xmlns:a16="http://schemas.microsoft.com/office/drawing/2014/main" val="98247611"/>
                    </a:ext>
                  </a:extLst>
                </a:gridCol>
                <a:gridCol w="3859287">
                  <a:extLst>
                    <a:ext uri="{9D8B030D-6E8A-4147-A177-3AD203B41FA5}">
                      <a16:colId xmlns:a16="http://schemas.microsoft.com/office/drawing/2014/main" val="905062814"/>
                    </a:ext>
                  </a:extLst>
                </a:gridCol>
              </a:tblGrid>
              <a:tr h="38254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#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Comando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Sintaxis Clave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Descripción (Qué hace)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928097672"/>
                  </a:ext>
                </a:extLst>
              </a:tr>
              <a:tr h="10581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0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pull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git pull origin main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DESCARGA los cambios de GitHub. (Úsalo siempre al iniciar para evitar conflictos).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4092462158"/>
                  </a:ext>
                </a:extLst>
              </a:tr>
              <a:tr h="17337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add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git add .  (o)  git add nombre_del_archivo.ext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PREPARA los archivos para ser guardados. • "." = todos los cambios • nombre_del_archivo.ext = solo uno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3267807635"/>
                  </a:ext>
                </a:extLst>
              </a:tr>
              <a:tr h="10581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commit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git commit -m "Mensaje"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CREA la VERSIÓN del código en tu historial local. (El mensaje es tu nota de qué hiciste).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4252895684"/>
                  </a:ext>
                </a:extLst>
              </a:tr>
              <a:tr h="7203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3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push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git push origin main</a:t>
                      </a:r>
                      <a:endParaRPr lang="es-MX" sz="1900" kern="10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SUBE la </a:t>
                      </a:r>
                      <a:r>
                        <a:rPr lang="en-US" sz="1900" kern="100" dirty="0" err="1">
                          <a:effectLst/>
                        </a:rPr>
                        <a:t>versión</a:t>
                      </a:r>
                      <a:r>
                        <a:rPr lang="en-US" sz="1900" kern="100" dirty="0">
                          <a:effectLst/>
                        </a:rPr>
                        <a:t> </a:t>
                      </a:r>
                      <a:r>
                        <a:rPr lang="en-US" sz="1900" kern="100" dirty="0" err="1">
                          <a:effectLst/>
                        </a:rPr>
                        <a:t>guardada</a:t>
                      </a:r>
                      <a:r>
                        <a:rPr lang="en-US" sz="1900" kern="100" dirty="0">
                          <a:effectLst/>
                        </a:rPr>
                        <a:t> de </a:t>
                      </a:r>
                      <a:r>
                        <a:rPr lang="en-US" sz="1900" kern="100" dirty="0" err="1">
                          <a:effectLst/>
                        </a:rPr>
                        <a:t>tu</a:t>
                      </a:r>
                      <a:r>
                        <a:rPr lang="en-US" sz="1900" kern="100" dirty="0">
                          <a:effectLst/>
                        </a:rPr>
                        <a:t> </a:t>
                      </a:r>
                      <a:r>
                        <a:rPr lang="en-US" sz="1900" kern="100" dirty="0" err="1">
                          <a:effectLst/>
                        </a:rPr>
                        <a:t>computadora</a:t>
                      </a:r>
                      <a:r>
                        <a:rPr lang="en-US" sz="1900" kern="100" dirty="0">
                          <a:effectLst/>
                        </a:rPr>
                        <a:t> a GitHub (la </a:t>
                      </a:r>
                      <a:r>
                        <a:rPr lang="en-US" sz="1900" kern="100" dirty="0" err="1">
                          <a:effectLst/>
                        </a:rPr>
                        <a:t>nube</a:t>
                      </a:r>
                      <a:r>
                        <a:rPr lang="en-US" sz="1900" kern="100" dirty="0">
                          <a:effectLst/>
                        </a:rPr>
                        <a:t>).</a:t>
                      </a:r>
                      <a:endParaRPr lang="es-MX" sz="1900" kern="100" dirty="0">
                        <a:effectLst/>
                        <a:latin typeface="Aptos" panose="020B0004020202020204" pitchFamily="34" charset="0"/>
                        <a:ea typeface="DengXian" panose="020B0503020204020204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2844481354"/>
                  </a:ext>
                </a:extLst>
              </a:tr>
            </a:tbl>
          </a:graphicData>
        </a:graphic>
      </p:graphicFrame>
      <p:pic>
        <p:nvPicPr>
          <p:cNvPr id="2050" name="Picture 2" descr="Git - Wikipedia, la enciclopedia libre">
            <a:extLst>
              <a:ext uri="{FF2B5EF4-FFF2-40B4-BE49-F238E27FC236}">
                <a16:creationId xmlns:a16="http://schemas.microsoft.com/office/drawing/2014/main" id="{7430D19C-6D91-F760-BB7D-F5034E77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748" y="5495655"/>
            <a:ext cx="981456" cy="41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371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</Words>
  <Application>Microsoft Office PowerPoint</Application>
  <PresentationFormat>Panorámica</PresentationFormat>
  <Paragraphs>20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A. Medina Murguía</dc:creator>
  <cp:lastModifiedBy>Marco A. Medina Murguía</cp:lastModifiedBy>
  <cp:revision>1</cp:revision>
  <dcterms:created xsi:type="dcterms:W3CDTF">2025-12-10T17:39:19Z</dcterms:created>
  <dcterms:modified xsi:type="dcterms:W3CDTF">2025-12-10T17:41:46Z</dcterms:modified>
</cp:coreProperties>
</file>